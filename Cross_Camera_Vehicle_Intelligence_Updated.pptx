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Cross-Camera Vehicle Intelligence &amp; Tracking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Gujarat Police Hackathon Prototype</a:t>
            </a:r>
          </a:p>
          <a:p>
            <a:r>
              <a:t>Automated AI-Powered CCTV Interoperability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Heterogeneous CCTV &amp; VMS platforms across Gujarat operate independently.</a:t>
            </a:r>
          </a:p>
          <a:p>
            <a:r>
              <a:t>Tracking a single vehicle requires hours of manual video review across disconnected feeds.</a:t>
            </a:r>
          </a:p>
          <a:p>
            <a:r>
              <a:t>Difficulty in correlating timestamps and locations.</a:t>
            </a:r>
          </a:p>
          <a:p>
            <a:r>
              <a:t>Delayed response times when searching for wanted or watchlist vehicles.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Solution: Nexus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Integrates heterogeneous CCTV streams into a unified platform.</a:t>
            </a:r>
          </a:p>
          <a:p>
            <a:r>
              <a:t>Real-time Vehicle Identification (ANPR, Make, Model, Color) using YOLOv8.</a:t>
            </a:r>
          </a:p>
          <a:p>
            <a:r>
              <a:t>Cross-Camera Correlation to automatically link vehicle sightings.</a:t>
            </a:r>
          </a:p>
          <a:p>
            <a:r>
              <a:t>GIS Route Visualization showing precise movement history.</a:t>
            </a:r>
          </a:p>
          <a:p>
            <a:r>
              <a:t>Instant Real-time Alerts against authorized police watchlists.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 &amp;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React + Vite + Tailwind (Command Center UI)</a:t>
            </a:r>
          </a:p>
          <a:p>
            <a:r>
              <a:t>Backend: FastAPI + Streamlit Data Dashboard + SQLite/PostgreSQL</a:t>
            </a:r>
          </a:p>
          <a:p>
            <a:r>
              <a:t>AI/ML Pipeline: YOLOv8 Object Detection &amp; Optical Character Recognition</a:t>
            </a:r>
          </a:p>
          <a:p>
            <a:r>
              <a:t>Scalability: Containerized microservices architecture ready for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Reduces manual investigation time from hours to seconds.</a:t>
            </a:r>
          </a:p>
          <a:p>
            <a:r>
              <a:t>Force Multiplier: Alerts nearest patrols proactively.</a:t>
            </a:r>
          </a:p>
          <a:p>
            <a:r>
              <a:t>Transforms isolated cameras into a single smart intelligence network.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